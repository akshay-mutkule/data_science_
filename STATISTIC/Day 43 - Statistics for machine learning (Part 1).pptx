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CEE7-F9C2-50FB-ECDD-54D58328C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46FE0-FCC0-DFD5-9766-9C8E225D1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39350-08BA-4D11-61B2-F0BFA100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FF063-1B24-6B24-7754-DB9FBB93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8E029-7280-C213-EB8A-245441C6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7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316C-3E18-8315-41F6-6458455A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E1E4-2A7D-D680-5864-BC9772678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D693F-AE0D-C277-6E5E-109CB334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F74FC-29DC-0388-4996-0BCF41EC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14282-8B4A-EBC2-3EC6-E9E46597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9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76FA5-831F-C829-3507-D51C6ADB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4E3C-B4ED-ECC4-52A3-3393A087F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DCDE8-D867-C5C5-E097-2541A847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329A2-FDBC-A8F1-E83C-E663808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EB3EE-4CAF-2B77-CF58-2D0E4CB3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69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CBC3-80A7-1825-21B1-6496651C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9E26-5555-3A65-7D40-6465267D2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B98BC-A214-D704-142F-D83E268DA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688E0-3DC8-5AE8-29C3-F8E7E838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7CBB9-2B8F-0BB5-3122-D8EF7791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972EC-6999-20BE-4F31-18EC77CE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9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7B5C-CB44-0CFE-9DE2-1B86D766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1C6F6-8D44-00EB-38FA-50745A723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81E34-0A30-4D77-B312-470E2B431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A866F-4344-5BB9-9850-9B05034D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F1426-1A38-3CC3-4A5C-CBF3CB9CB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F69E4D-D26A-11CF-3D23-FA400BA4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5EBD4-7F9E-42D5-CF9B-66EBB1BD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CA09F-6AA2-44BE-05C8-BEFD201B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2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32DD-8CBC-0C3B-8A48-352CD43A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00E08-2F74-BDD7-5DA2-51574C40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6340C6-04E3-0516-0A7B-30C0FD65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0272F-8258-FE72-505B-6AB2E13F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3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3FAA9-3485-1731-2374-4DB3465D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909C6-CA86-5699-5FD4-19D325C2D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2F12A-92AF-2551-C8A4-02692B56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4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6C22-A934-5841-B62D-80648E1CB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096E-D0D4-A1D3-97B4-90B4AB1D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F3E83-0362-FAFD-1886-CD2957907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AF733-6357-6A43-A4C2-DDDFEFF0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B2189-923A-58A1-F013-B79DA18E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F3B31-7799-0CC8-B9EA-1B47152D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2906-8EFD-251C-86F8-F5D6610C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0A8EB-BE51-BE48-DEFE-F1861E3341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61B94-C089-4ACF-5249-B167218C7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E4C87-0BEC-8706-A6E1-6DD4D3B1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11828-66A6-8A0D-87D2-F280949D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9A6BC-AF52-3A69-4061-CE519E78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5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8EC0-7F64-1FE2-DCCD-5C6EAFEC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E40D0-A5CF-D23D-ABFF-1BC9C8B33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4903A-5EBA-61C3-10BE-CD998DC6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C845B-682B-A905-B0AA-327C71375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CA58B-8C88-27C7-63DD-13471D04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2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1E8E31-B163-3299-DDE1-0CBB79420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5BD2D-6B7D-B91B-1452-2EEE8887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51708-C49C-D78A-6FAA-B372FC9B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7FD11-9399-BFEE-8CC2-C4CEC61B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37044-5CD9-E7C7-81E0-C6393B90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8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8DE8AD-C034-37C3-A0FE-AC6CDE8B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558A0-5D89-5280-467B-3F86D45FD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54652-3A28-C829-1DD4-F03C0340B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0B792-F900-4BC4-AC8F-C3A4807E1C3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7841-47B7-B6EA-7837-8C8EA280E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01354-4FC9-A1E1-1664-2564AF25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9A7F4-4922-400D-A55C-17AE9A235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1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06023-FEA4-CB6B-82DC-C29DCC9C3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0" y="99391"/>
            <a:ext cx="10967634" cy="62020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71DAC4-B117-B669-9E72-C74E9F861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633" y="2145328"/>
            <a:ext cx="5141367" cy="242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76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BB3AAB-98DE-052B-D1A7-A01CB20B8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13" y="119040"/>
            <a:ext cx="9223513" cy="64805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FF80F-27FD-912E-C64C-F80DD02B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652" y="2158472"/>
            <a:ext cx="4250635" cy="21352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4684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32837-38BD-71C0-C407-CCB6095E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68" y="258417"/>
            <a:ext cx="8012733" cy="3578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A16EB-48D1-93F4-4A3C-A9BD5AF10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89" y="4303135"/>
            <a:ext cx="5732745" cy="1769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AFB0F4-395A-8085-0564-6F7D4B42F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880" y="1017567"/>
            <a:ext cx="5313064" cy="32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109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194AC-318B-9E65-5440-FC12F1545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87" y="283514"/>
            <a:ext cx="6440555" cy="59185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89B511-C340-1A1D-56B1-08DAEB94B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113" y="1567809"/>
            <a:ext cx="3906078" cy="1940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DC22B-B174-8B8C-35CA-1428DE37E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938" y="1215335"/>
            <a:ext cx="1971950" cy="352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A8E9D-5F68-55BB-1E29-A90910F15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884" y="4147031"/>
            <a:ext cx="5792008" cy="1143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800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61EF9-A996-6AA2-8D73-B321A6D1E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1" y="902999"/>
            <a:ext cx="5965046" cy="40864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6F0FF2-8D5B-0D1F-0096-454192D23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617" y="1755430"/>
            <a:ext cx="3756991" cy="1673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FB22C3-8FD6-02E5-0C77-99DF8FA84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3616" y="1272209"/>
            <a:ext cx="1645565" cy="483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835EA-B458-CC4C-AF1B-DC2242EC4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557360"/>
            <a:ext cx="5965045" cy="10284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386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9D36A4-6C2B-C9D6-35AE-D882EDE4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82" y="1088437"/>
            <a:ext cx="6291470" cy="4278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F888D6-3E1D-1E13-970D-9F619302E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374" y="1972968"/>
            <a:ext cx="5611801" cy="1684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309191-346C-001B-D9DF-D34190E2A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374" y="4542037"/>
            <a:ext cx="5436704" cy="12094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E609A-3891-3E0A-1406-E8974B8F3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83" y="1490870"/>
            <a:ext cx="1111503" cy="48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9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D74D35-ABE4-825F-0339-8FF641D1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3154"/>
            <a:ext cx="7474226" cy="5709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09AD47-324D-3C15-6AC7-9FB246401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977" y="2076594"/>
            <a:ext cx="4018988" cy="1680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68DB8-09BF-8DCA-E7FD-D0536F907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107" y="1639957"/>
            <a:ext cx="1098207" cy="436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14079-3689-6CA8-4795-37A0633A6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0713" y="4481350"/>
            <a:ext cx="2401957" cy="23070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1630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65AD6-2DB3-67EC-0419-CA805A0F2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18" y="1253435"/>
            <a:ext cx="6351104" cy="4501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27D5B8-DB62-8BCF-4E28-5576CB1B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792" y="2285839"/>
            <a:ext cx="3833190" cy="1451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952AC-4ABB-AF2A-F682-C33101184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792" y="1769165"/>
            <a:ext cx="1695238" cy="546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AFC49-243F-60CF-6169-8FEC523C17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537" y="4552122"/>
            <a:ext cx="2552950" cy="2194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071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4F8120-F5E0-5842-3604-2EC31891B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12" y="844903"/>
            <a:ext cx="7126357" cy="4780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209AE0-39BF-13D8-5631-E190770C0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450" y="2036145"/>
            <a:ext cx="3372246" cy="1720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262C3-A550-B0B7-84C9-15DDB6498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450" y="1559829"/>
            <a:ext cx="3067478" cy="476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C0C480-9908-7CE8-87AC-58A000DD3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189" y="4426278"/>
            <a:ext cx="2343477" cy="22196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7481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BFE18-5348-7584-4FDB-558146EE8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5" y="102792"/>
            <a:ext cx="6907695" cy="63743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5E5290-145A-F9CE-9AF6-2CFD30A54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495" y="340613"/>
            <a:ext cx="5287618" cy="2102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E5E97A-FD94-FA87-5DB1-CF721F3B0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852" y="2680672"/>
            <a:ext cx="5105400" cy="37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3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E5AB78-B792-9E0B-201A-03680AD5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2" y="258762"/>
            <a:ext cx="7792277" cy="5903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E49F5E-571D-C9F1-B3CD-AFED8A96E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209" y="968382"/>
            <a:ext cx="4711148" cy="18344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C8103-449B-A885-2F48-23008A7B5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209" y="530171"/>
            <a:ext cx="1419423" cy="438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A4930F-7C01-50FC-491C-09B93C841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224" y="2802836"/>
            <a:ext cx="2704815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58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421518-A737-2145-69A0-6315DEAAE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266653"/>
            <a:ext cx="8796130" cy="6109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F36B54-3790-0BBA-3CC3-D87A569DC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277" y="1864761"/>
            <a:ext cx="6347723" cy="312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2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Charate</dc:creator>
  <cp:lastModifiedBy>Prasad Charate</cp:lastModifiedBy>
  <cp:revision>1</cp:revision>
  <dcterms:created xsi:type="dcterms:W3CDTF">2026-02-23T12:41:21Z</dcterms:created>
  <dcterms:modified xsi:type="dcterms:W3CDTF">2026-02-23T13:10:28Z</dcterms:modified>
</cp:coreProperties>
</file>